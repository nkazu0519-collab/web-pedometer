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3B971A-38E6-A26C-6ACE-59B829AD1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590483-8C9C-E89D-E616-0B0E0CDB0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041997-4912-B94C-C964-647DD1FC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DC7267-2AF9-8E5E-FF67-2FFE1B0DA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858B97-074E-900E-9BE9-D559F986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2213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A1A287-3521-CD2F-3EF3-FE3162E6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C8DA00-FB83-4C05-D12C-1118D2D08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90E1BE-4E19-0E1B-F8D2-E1CCD4C9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0E13CA-409D-493D-7FEA-DDBFAABA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948CC5-01D7-FA00-8B7A-46FD10B8C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94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ADF00E-9BAB-91B9-7930-7AD4344A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9D12B3-2D4C-2199-7BE6-492A2C880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C7FF92-29B1-EE46-F25C-D6CB6A0E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6FE6DE-F210-430F-6EC4-818402F7C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FA7BA9-AC23-A292-FEB7-88A7DF53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777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90D21D-470D-643B-E99D-FF40DB75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49AC65-16BE-F240-6F51-1B0814C17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8B2213-5285-4651-6728-CD54C256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6B004B-C310-555A-1B6B-059B7824A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B498FC-8DB0-2170-7F89-4204A0FBC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58AD72-9AA8-4AD9-11F9-98B99C16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952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A4DC9-3DAF-7746-AD36-D1634CFF1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982465-B843-F573-ACEF-18496FC4B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0CFF92-4544-2D1B-9AB6-72719892C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5950F70-6D79-EC37-021E-F42901192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A847FD5-B66F-C8A7-2723-EDFC05F9D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C84117-9EBB-EE45-26B6-FF3446CE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C115ACD-2A1E-9132-B280-C9CA5BCB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99D665C-C1DC-3474-22D5-1BC6FD22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39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69A555-7449-CE0D-F68F-743B82E1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E0D0048-2AB9-6796-768B-105266870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79A2E34-6D1F-BF02-6161-CC7417F0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17EC4C-93B1-7E3F-D288-8548CE1F6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3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F5CC65A-096D-9788-8E09-5F3897C3C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63E4CC9-E627-604F-525D-FCC8E857D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288F37-BF02-5FB6-75D4-FAD97EE7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126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BE1665-987B-1ACB-9507-6F9F607E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ED1A46-98F6-A6E6-D5AF-E00DB173D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BA871C-5CEA-07E0-A2C5-41FBFFC21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3A9791-E3FF-D852-6136-4143CC14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6DA84C-8011-BE72-9A11-17372D15C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65BC80-132F-5197-9257-20BC97ADF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6239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E90E8E-CF8D-5F40-5FEA-65EA57AF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D1276E5-2796-EE4D-E95D-ED1705367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153BF2-5A8B-EAE3-48B8-41EF73A48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F97E5E-4F8C-D96F-EAE9-C3C0CF5E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7FB712-1061-4D2B-DBA7-67D529BA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47D140-160B-6582-032B-2902D73B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5449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BF9C57-444C-F584-7243-A68856C0D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C0DCED7-C01C-AAAC-994D-3922A2578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78E167-8AA2-61F3-944D-5360DCD2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71541C-94AF-63D0-C6E4-2754BBE3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AC0895-0BD6-26B4-87AB-3BE8B4DA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955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8F460C3-D27F-A289-66B6-9739E6F7D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BBBFA2-F007-6B14-3DC4-8ACB3B676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89CC34-6AF8-0841-8EF8-995C2AEE1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3B24C5-0C8D-3130-621E-34FFB870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FBD692-B4C0-9878-35C0-B025E2EF4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458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C3C5D4-79D0-E651-FB2F-3A648AB6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B6F62-6385-FF27-5508-D89991A56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238F69-30E5-4A9E-D1FD-DDEEBF234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78AC7-0EAF-473A-A543-7C34B7770BC7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9E8577-2EBE-63CE-5A2B-FB8C14649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F5311C-B5AD-408E-62DA-8B2A24E64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1B86F-F905-49CF-9745-1FCDF99B05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922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D55018-7F10-D512-0CE2-44F2D27A70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C</a:t>
            </a:r>
            <a:r>
              <a:rPr kumimoji="1" lang="ja-JP" altLang="en-US" dirty="0"/>
              <a:t>班課題発表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181A5AE-0206-2DED-C407-E16CE686C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T24b202a </a:t>
            </a:r>
            <a:r>
              <a:rPr kumimoji="1" lang="ja-JP" altLang="en-US" dirty="0"/>
              <a:t>阿部隼也</a:t>
            </a:r>
            <a:endParaRPr kumimoji="1" lang="en-US" altLang="ja-JP" dirty="0"/>
          </a:p>
          <a:p>
            <a:r>
              <a:rPr lang="en-US" altLang="ja-JP" dirty="0"/>
              <a:t>T24b242k </a:t>
            </a:r>
            <a:r>
              <a:rPr lang="ja-JP" altLang="en-US" dirty="0"/>
              <a:t>國井太貴</a:t>
            </a:r>
            <a:endParaRPr lang="en-US" altLang="ja-JP" dirty="0"/>
          </a:p>
          <a:p>
            <a:r>
              <a:rPr lang="en-US" altLang="ja-JP" dirty="0"/>
              <a:t>T24b304c </a:t>
            </a:r>
            <a:r>
              <a:rPr lang="ja-JP" altLang="en-US" dirty="0"/>
              <a:t>中川和哉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37924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A1BCC4-71DA-11EC-4BDE-475497E68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２つの目標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BD73F4-2F34-DF7C-1A21-1F744821A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大目標：世界中で運動不足が深刻化しているため、それを解消　　　　　　すること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小目標：子供世代</a:t>
            </a:r>
            <a:r>
              <a:rPr lang="ja-JP" altLang="en-US" dirty="0"/>
              <a:t>の運動不足を解消するために、スマートフォンを利用した</a:t>
            </a:r>
            <a:r>
              <a:rPr lang="en-US" altLang="ja-JP" dirty="0"/>
              <a:t>Web</a:t>
            </a:r>
            <a:r>
              <a:rPr lang="ja-JP" altLang="en-US" dirty="0"/>
              <a:t>ページを開発し、運動の習慣を促す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759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A9E460-F936-7C4D-9FBE-937D2A3D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93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４つの計画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BA7002-B923-0175-DEC2-6F18D326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556"/>
            <a:ext cx="10515600" cy="4968367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/>
              <a:t>目的：</a:t>
            </a:r>
            <a:r>
              <a:rPr lang="ja-JP" altLang="en-US" dirty="0"/>
              <a:t>運動した努力や成果を、数値やランキングなどで可視化することで、子どもたちの継続的なモチベーションを維持する。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機能と仕様：</a:t>
            </a:r>
            <a:r>
              <a:rPr kumimoji="1" lang="en-US" altLang="ja-JP" dirty="0"/>
              <a:t>1.</a:t>
            </a:r>
            <a:r>
              <a:rPr kumimoji="1" lang="ja-JP" altLang="en-US" dirty="0"/>
              <a:t>歩数計作成　</a:t>
            </a:r>
            <a:r>
              <a:rPr kumimoji="1" lang="en-US" altLang="ja-JP" dirty="0"/>
              <a:t>2.Web</a:t>
            </a:r>
            <a:r>
              <a:rPr kumimoji="1" lang="ja-JP" altLang="en-US" dirty="0"/>
              <a:t>ページ作成　</a:t>
            </a:r>
            <a:r>
              <a:rPr kumimoji="1" lang="en-US" altLang="ja-JP" dirty="0"/>
              <a:t>3.</a:t>
            </a:r>
            <a:r>
              <a:rPr kumimoji="1" lang="ja-JP" altLang="en-US" dirty="0"/>
              <a:t>ミッションの内容を</a:t>
            </a:r>
            <a:r>
              <a:rPr lang="ja-JP" altLang="en-US" dirty="0"/>
              <a:t>作成　</a:t>
            </a:r>
            <a:r>
              <a:rPr lang="en-US" altLang="ja-JP" dirty="0"/>
              <a:t>4.</a:t>
            </a:r>
            <a:r>
              <a:rPr lang="ja-JP" altLang="en-US" dirty="0"/>
              <a:t>リアルタイムでのデータ表示機能の作成　</a:t>
            </a:r>
            <a:r>
              <a:rPr lang="en-US" altLang="ja-JP" dirty="0"/>
              <a:t>5.</a:t>
            </a:r>
            <a:r>
              <a:rPr lang="ja-JP" altLang="en-US" dirty="0"/>
              <a:t>ミッション達成度を可視化する機能の作成　</a:t>
            </a:r>
            <a:r>
              <a:rPr lang="en-US" altLang="ja-JP" dirty="0"/>
              <a:t>6.</a:t>
            </a:r>
            <a:r>
              <a:rPr lang="ja-JP" altLang="en-US" dirty="0"/>
              <a:t>スコアとランキングシステムの作成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時間配分：ガントチャート参照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役割分担：みんなで臨機応変にやる</a:t>
            </a:r>
          </a:p>
        </p:txBody>
      </p:sp>
    </p:spTree>
    <p:extLst>
      <p:ext uri="{BB962C8B-B14F-4D97-AF65-F5344CB8AC3E}">
        <p14:creationId xmlns:p14="http://schemas.microsoft.com/office/powerpoint/2010/main" val="2799022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B0A9156-B40F-3E95-5F16-B6D0DD1AE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046" y="1"/>
            <a:ext cx="68779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84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58627B4B-3A17-E1D9-ECDF-F47BE891F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4109"/>
            <a:ext cx="12192000" cy="40640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81259D-4196-19AB-9B2F-A56E11FCFDE2}"/>
              </a:ext>
            </a:extLst>
          </p:cNvPr>
          <p:cNvSpPr txBox="1"/>
          <p:nvPr/>
        </p:nvSpPr>
        <p:spPr>
          <a:xfrm>
            <a:off x="640080" y="777240"/>
            <a:ext cx="63185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600" dirty="0"/>
              <a:t>ガントチャート</a:t>
            </a:r>
          </a:p>
        </p:txBody>
      </p:sp>
    </p:spTree>
    <p:extLst>
      <p:ext uri="{BB962C8B-B14F-4D97-AF65-F5344CB8AC3E}">
        <p14:creationId xmlns:p14="http://schemas.microsoft.com/office/powerpoint/2010/main" val="2863248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154</Words>
  <Application>Microsoft Office PowerPoint</Application>
  <PresentationFormat>ワイド画面</PresentationFormat>
  <Paragraphs>17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C班課題発表</vt:lpstr>
      <vt:lpstr>２つの目標</vt:lpstr>
      <vt:lpstr>４つの計画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和哉 中川</dc:creator>
  <cp:lastModifiedBy>和哉 中川</cp:lastModifiedBy>
  <cp:revision>10</cp:revision>
  <dcterms:created xsi:type="dcterms:W3CDTF">2025-10-15T06:11:01Z</dcterms:created>
  <dcterms:modified xsi:type="dcterms:W3CDTF">2025-11-05T06:39:56Z</dcterms:modified>
</cp:coreProperties>
</file>